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9E826-E880-B2D7-6FD7-A3B40A448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2EFAB6-2B51-4856-89AF-BE622BBEE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CD82B6-BA97-FCE9-9473-B06EECF9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6EAE31-9A74-11F5-6589-E4809AE8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3E68AC-8418-355B-C868-6514BB29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914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3551B-B687-440D-55DC-3E42DF8F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B7F74E-988D-06AA-B62A-5119B72CE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A91FF5-FB94-0828-37A4-46E9F9007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FCA418-012C-ECED-77B6-9D4D8B28F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9F7412-0036-3858-F71C-BECA72DB5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8041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A029A-8208-8889-A1CB-BCD8A12D9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9C51B9-0E92-33D9-F2C3-8F423B924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F186CC-6838-AA4B-CF43-DCF1B1D1F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A3655A-2704-7E48-BE67-A2344016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8B3318-B68D-987D-253A-F33A7511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996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6E6A5-E54A-6488-D4FD-C2680220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AD53FB-77CC-3827-AC13-3E8B696C46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6A57B6E-CD9B-6FBE-FD17-7307B340A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D7E143-709C-D194-2A31-B135FA486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3301A9-94BA-BE4A-32EE-44D7CD2F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A4E670-F072-A9F3-BD26-1826AF32F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593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59C04-B4B5-31F0-478C-10CA15C8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95274F-3272-905F-1571-81D980746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E5798A-05CC-0EBC-DF8F-77A526F33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848888-2816-DF06-1F8A-BEF78D628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AE0E94-89F7-3EBD-008F-12E983BA4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667DB5D-4C89-D8F0-11F4-6C8D7548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DF27324-4A80-AAF2-9324-7259E40E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656437-1B38-FC11-0390-DA3BFDF2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4651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8031B-4609-B937-C8C1-16C77514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1B97E70-B33B-9D96-8FE0-AC2723F6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97F1EF-A4B7-107E-36BA-3F03294D6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D01536-C443-CDB5-08A7-0EA33129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0918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456B46A-BED2-1CE9-D411-FC87539D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28D282-222B-BF10-3BCE-8138C0D8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1A19E6-3BD2-008C-9C06-7BE1A06E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7712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53CE4-007F-0311-7D94-76954BE5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9F9CE5-2F6A-343D-2FE3-8D9E353A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5E01AD-68CA-EF05-D66D-173B3772C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207C55-8C44-70BE-9BA8-9D3FDBB2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413F0F-B352-5DDE-3021-146CFE74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1EE58E-E832-90D6-744C-FC4E43CA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7487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49ABF-EEBE-C8D7-ABE4-7B9EFECE2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6FA66C1-8CCF-3758-C829-714D65E78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DC641E-81B2-9CD0-4690-CB86E743C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B9C358-0FFE-87D5-4F82-7E9B95699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5563EC-12AF-AE91-C0E0-E822C116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F78BD6-D02C-F6E3-DCD6-BADC86E5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693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4A04A-7842-A533-7383-E50E8742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F36249-7B2A-24AC-DE62-CA7DDF80B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CC00D7-AC86-035A-D8CB-0A3D107FD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82D442-6F4B-D564-DFCA-BD965202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457C9C-C6CD-9EE9-B7EA-47ECA36D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93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89DC89-6DB5-E886-0621-55282EAA6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DB2F5D-EF06-B4F0-5ECB-A0067796B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DDECDC-902F-E84D-AD7D-4F5D544EB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005588-578D-0BD6-3DD5-93CED370A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642E91-14F0-50A9-2C8A-D758CB76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3640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9ED9019-C8B5-35AB-29D8-BDFD74F0F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61E4B0-8D4A-E8D9-3659-DAE745ADA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C082F4-282E-48AB-83AE-1F30E10B8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DE779-3671-41B5-8AAE-F357C0653E99}" type="datetimeFigureOut">
              <a:rPr lang="es-AR" smtClean="0"/>
              <a:t>26/08/2026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28BD44-64E8-AC8D-3FCA-048F0AF11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47DB5D-4597-9F1D-9838-68E6E7303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6ED4D-E2D2-4A80-A33B-7C5E0C1EEBC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201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70CEA-EC93-A6A2-4994-7B9CB9A30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BD33EC-AB08-C6C8-335D-E14D8AFEA6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" name="Grabación de pantalla 3">
            <a:hlinkClick r:id="" action="ppaction://media"/>
            <a:extLst>
              <a:ext uri="{FF2B5EF4-FFF2-40B4-BE49-F238E27FC236}">
                <a16:creationId xmlns:a16="http://schemas.microsoft.com/office/drawing/2014/main" id="{2601048E-2E1B-17D4-11A1-DF91DAE9C81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62504" y="0"/>
            <a:ext cx="12203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94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084"/>
    </mc:Choice>
    <mc:Fallback>
      <p:transition spd="slow" advTm="650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0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Rodriguez Angulo Julio Enrique</dc:creator>
  <cp:lastModifiedBy>Rodriguez Angulo Julio Enrique</cp:lastModifiedBy>
  <cp:revision>1</cp:revision>
  <dcterms:created xsi:type="dcterms:W3CDTF">2026-08-26T17:48:17Z</dcterms:created>
  <dcterms:modified xsi:type="dcterms:W3CDTF">2026-08-26T17:49:09Z</dcterms:modified>
</cp:coreProperties>
</file>